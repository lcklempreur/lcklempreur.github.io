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Présentation personnelle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Luc Koné</a:t>
            </a:r>
          </a:p>
          <a:p>
            <a:r>
              <a:t>Étudiant en BTS Services Informatiques aux Organisations (SIO)</a:t>
            </a:r>
          </a:p>
          <a:p>
            <a:r>
              <a:t>Option SISR (Solutions d’Infrastructure, Systèmes et Réseaux)</a:t>
            </a:r>
          </a:p>
          <a:p>
            <a:r>
              <a:t>Centre de formation : IMIE Paris</a:t>
            </a:r>
          </a:p>
          <a:p/>
          <a:p>
            <a:r>
              <a:t>Parcours orienté systèmes, réseaux et support utilisateurs.</a:t>
            </a:r>
          </a:p>
          <a:p>
            <a:r>
              <a:t>Alternant en environnement professionnel IT, avec missions de support et déploiement.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Réalisations professionnelles – 1ère année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Contexte : formation BTS SIO SISR (TD, TP, projets)</a:t>
            </a:r>
          </a:p>
          <a:p/>
          <a:p>
            <a:r>
              <a:t>- Segmentation réseau par VLAN</a:t>
            </a:r>
          </a:p>
          <a:p>
            <a:r>
              <a:t>- Mise en place d’un gestionnaire de parc (GLPI, FusionInventory)</a:t>
            </a:r>
          </a:p>
          <a:p>
            <a:r>
              <a:t>- Déploiement d’un annuaire Active Directory / Samba AD</a:t>
            </a:r>
          </a:p>
          <a:p>
            <a:r>
              <a:t>- Déploiement d’un serveur de messagerie (Postfix)</a:t>
            </a:r>
          </a:p>
          <a:p/>
          <a:p>
            <a:r>
              <a:t>Objectif : mise à disposition de services et gestion du patrimoine informatique.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Réalisations professionnelles – 2ème année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Contexte : approfondissement technique et projets avancés</a:t>
            </a:r>
          </a:p>
          <a:p/>
          <a:p>
            <a:r>
              <a:t>- Supervision de l’infrastructure avec Zabbix</a:t>
            </a:r>
          </a:p>
          <a:p>
            <a:r>
              <a:t>- Centralisation des logs avec rsyslog</a:t>
            </a:r>
          </a:p>
          <a:p>
            <a:r>
              <a:t>- Mise en place d’une architecture haute disponibilité (HAProxy, Heartbeat)</a:t>
            </a:r>
          </a:p>
          <a:p>
            <a:r>
              <a:t>- Mise en place d’une solution de téléphonie IP (Asterisk)</a:t>
            </a:r>
          </a:p>
          <a:p/>
          <a:p>
            <a:r>
              <a:t>Objectif : continuité de service, fiabilité et supervision.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 de synthèse des compétences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Compétences du bloc E5 mobilisées :</a:t>
            </a:r>
          </a:p>
          <a:p/>
          <a:p>
            <a:r>
              <a:t>- Gérer le patrimoine informatique</a:t>
            </a:r>
          </a:p>
          <a:p>
            <a:r>
              <a:t>- Répondre aux incidents et demandes d’assistance</a:t>
            </a:r>
          </a:p>
          <a:p>
            <a:r>
              <a:t>- Travailler en mode projet</a:t>
            </a:r>
          </a:p>
          <a:p>
            <a:r>
              <a:t>- Mettre à disposition des utilisateurs un service informatique</a:t>
            </a:r>
          </a:p>
          <a:p>
            <a:r>
              <a:t>- Organiser son développement professionnel</a:t>
            </a:r>
          </a:p>
          <a:p/>
          <a:p>
            <a:r>
              <a:t>Toutes les compétences exigées sont couvertes par les réalisations présentées.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Veille technologique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Mise en place d’une veille technologique continue :</a:t>
            </a:r>
          </a:p>
          <a:p/>
          <a:p>
            <a:r>
              <a:t>- Sources : documentation officielle, sites spécialisés, communautés IT</a:t>
            </a:r>
          </a:p>
          <a:p>
            <a:r>
              <a:t>- Thématiques suivies : cybersécurité, supervision, systèmes Linux, infrastructures réseaux</a:t>
            </a:r>
          </a:p>
          <a:p/>
          <a:p>
            <a:r>
              <a:t>Objectif : maintenir mes compétences à jour et préparer mon évolution professionnelle.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